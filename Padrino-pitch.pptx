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Padrino. / The money padrino for your wedding.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money app does the same thing. / It tells you what you already spent.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not help. / That is a receipt. // A wedding needs someone who acts.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wedding in El Paso costs about twenty thousand dollars. / Three in four couples get hit with a fee they never saw coming. / And parents cover about half.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built Padrino. / You connect your bank. / Once.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you walk the path, / one milestone at a time. / A step is only done when your bank says so.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payment gets checked against your bank. / The photographer came in a hundred dollars over? / Padrino caught it. / Tio Javier sent four fifty? / Verified.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just talk to it. / Mom and Dad sent five hundred. / Padrino turns that into one card. // You tap Do it. / Nothing changes without you.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it a quote. / Eleven thousand on paper. / Fourteen thousand once the service charge and tax hit. / You see it before you sign.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reads the fine print. / What you would owe if you cancel, / date by date, / before you are locked in.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finds money. / A hundred forty five a month in subscriptions you forgot. / Over a thousand dollars by the wedding. / And the money you live on stays untouched.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brings the family in. / Every padrino gets a link. / The money goes straight to you, / and the bank confirms it.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finds real El Paso vendors. / Save one. / Ask if they are free on your date.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 writes the email for you. / Can you waive the cake cutting fee?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Eleven traditions. / Pick one, or mix. / Your wedding, your way.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apps watch your money. // Padrino moves it.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Weddings first. / Then quinceañeras, / babies, / first homes.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Mexican wedding, a padrino covers part of the day. / Padrino covers all of it. // I'm Sid. / This is Padrino.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jp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7.jp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4"/><Relationship Id="rId3" Type="http://schemas.openxmlformats.org/officeDocument/2006/relationships/video" Target="../media/media18.mp4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1-log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2-problem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3-problem-2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4-numbers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5-connec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6-path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7-proof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8-talk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09-quote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0-contrac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1-find-money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2-family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3-vendors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4-negotiator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5-style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6-difference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7-next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lip 18-close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Padrino pitch</dc:title>
  <dc:subject/>
  <dc:creator>Sid Vidyarthi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